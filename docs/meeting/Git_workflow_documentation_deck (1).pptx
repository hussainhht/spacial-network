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deck covers how we work together from now on: docs, branching, commits, migrations, and who owns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 is our knowledge base, not just code comments. It should capture what, how, why, and what we learned.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every change needs a doc. Document things that will matter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develop branch. main is the only long-lived branch. Everything flows through a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names follow type/scope-description, mirroring commit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branch, one task. Smaller branches are easier to review and debug.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type(scope): description. This makes history readable like a changelog.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feat, fix, refactor are the three most commonly confused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 loop, start to finish: branch, work, commit, push, PR, review,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Migrations keep the SQLite schema consistent across every dev machine, Docker, and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UTC timestamp versions instead of sequential numbers, specifically to avoid collisions across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 diagram is the full relational structure. Complete detail lives in schema.dbml.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 is text, not just a picture. It lives in Git and is reviewed before writing migrations.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ways to view or edit the schema: VS Code extensions, or paste into dbdiagram.io.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person owns their feature end to end: migration, backend, API, frontend, testing. Not backend-only.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 expose reusable checks instead of duplicating each other's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shared goal: build it well enough that we understand, can maintain, and can explain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163003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social-network / team-standards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656572"/>
            <a:ext cx="18021299" cy="760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590"/>
              </a:lnSpc>
              <a:buNone/>
            </a:pPr>
            <a:r>
              <a:rPr lang="en-US" sz="49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Development Workflow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4569835"/>
            <a:ext cx="18021299" cy="427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document, branch, commit, migrate, and collaborate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5492840"/>
            <a:ext cx="1145029" cy="689209"/>
          </a:xfrm>
          <a:prstGeom prst="roundRect">
            <a:avLst>
              <a:gd name="adj" fmla="val 829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7859" y="5672949"/>
            <a:ext cx="670511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288029" y="5664263"/>
            <a:ext cx="361950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2764279" y="5492840"/>
            <a:ext cx="1739260" cy="689209"/>
          </a:xfrm>
          <a:prstGeom prst="roundRect">
            <a:avLst>
              <a:gd name="adj" fmla="val 829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9638" y="5672949"/>
            <a:ext cx="1264741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694039" y="5664263"/>
            <a:ext cx="361950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5170289" y="5492840"/>
            <a:ext cx="1590702" cy="689209"/>
          </a:xfrm>
          <a:prstGeom prst="roundRect">
            <a:avLst>
              <a:gd name="adj" fmla="val 829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5648" y="5672949"/>
            <a:ext cx="1116184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951491" y="5664263"/>
            <a:ext cx="361950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427741" y="5492840"/>
            <a:ext cx="2482047" cy="689209"/>
          </a:xfrm>
          <a:prstGeom prst="roundRect">
            <a:avLst>
              <a:gd name="adj" fmla="val 829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3100" y="5672949"/>
            <a:ext cx="2007529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100288" y="5664263"/>
            <a:ext cx="361950" cy="384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576538" y="5492840"/>
            <a:ext cx="1145029" cy="689209"/>
          </a:xfrm>
          <a:prstGeom prst="roundRect">
            <a:avLst>
              <a:gd name="adj" fmla="val 829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51897" y="5672949"/>
            <a:ext cx="670511" cy="367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2500" y="6715395"/>
            <a:ext cx="3075195" cy="560947"/>
          </a:xfrm>
          <a:prstGeom prst="roundRect">
            <a:avLst>
              <a:gd name="adj" fmla="val 10188"/>
            </a:avLst>
          </a:prstGeom>
          <a:ln w="8659">
            <a:solidFill>
              <a:srgbClr val="30363D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170709" y="6857404"/>
            <a:ext cx="2731033" cy="315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database migrations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4218195" y="6715395"/>
            <a:ext cx="3326579" cy="560947"/>
          </a:xfrm>
          <a:prstGeom prst="roundRect">
            <a:avLst>
              <a:gd name="adj" fmla="val 10188"/>
            </a:avLst>
          </a:prstGeom>
          <a:ln w="8659">
            <a:solidFill>
              <a:srgbClr val="30363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436404" y="6857404"/>
            <a:ext cx="2989958" cy="315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team responsibilities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DOCUMENTATION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have a docs/ folder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2145560"/>
            <a:ext cx="8314351" cy="6534502"/>
          </a:xfrm>
          <a:prstGeom prst="roundRect">
            <a:avLst>
              <a:gd name="adj" fmla="val 1166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0178" y="2497065"/>
            <a:ext cx="7682765" cy="50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80178" y="2967497"/>
            <a:ext cx="7682765" cy="50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80178" y="3437930"/>
            <a:ext cx="7682765" cy="50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80178" y="3908362"/>
            <a:ext cx="7682765" cy="50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80178" y="4378794"/>
            <a:ext cx="7682765" cy="50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git-workflows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80178" y="4849226"/>
            <a:ext cx="7682765" cy="50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technical-decisions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80178" y="5319658"/>
            <a:ext cx="7682765" cy="50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problems-and-solutions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80178" y="5790090"/>
            <a:ext cx="7682765" cy="508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things-we-learned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876369" y="3767651"/>
            <a:ext cx="7682904" cy="678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 is the project's knowledge base — not just code documentation.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876369" y="4675097"/>
            <a:ext cx="270488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223004" y="4744370"/>
            <a:ext cx="2631579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build?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876369" y="5327911"/>
            <a:ext cx="270488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223004" y="5397184"/>
            <a:ext cx="2786509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we build it?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876369" y="5980726"/>
            <a:ext cx="270488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223004" y="6049998"/>
            <a:ext cx="4006602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we build it this way?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76369" y="6633540"/>
            <a:ext cx="270488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223004" y="6702812"/>
            <a:ext cx="2654796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learn?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52500" y="9099081"/>
            <a:ext cx="16382999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9374440"/>
            <a:ext cx="16874489" cy="341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also where the final </a:t>
            </a:r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</a:t>
            </a:r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come from — we write it once, as we go.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DOCUMENTATION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be documented?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2145560"/>
            <a:ext cx="7962845" cy="6189897"/>
          </a:xfrm>
          <a:prstGeom prst="roundRect">
            <a:avLst>
              <a:gd name="adj" fmla="val 1231"/>
            </a:avLst>
          </a:prstGeom>
          <a:solidFill>
            <a:srgbClr val="161B22"/>
          </a:solidFill>
          <a:ln w="8659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0178" y="2497065"/>
            <a:ext cx="7818239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80178" y="3130803"/>
            <a:ext cx="7818239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systems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80178" y="3603535"/>
            <a:ext cx="7818239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80178" y="4076267"/>
            <a:ext cx="7818239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problems and solutions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80178" y="4548999"/>
            <a:ext cx="7818239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technologies or concepts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80178" y="5021731"/>
            <a:ext cx="7818239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standards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80178" y="5494463"/>
            <a:ext cx="7818239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project structures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519" y="2145560"/>
            <a:ext cx="7962981" cy="6189897"/>
          </a:xfrm>
          <a:prstGeom prst="roundRect">
            <a:avLst>
              <a:gd name="adj" fmla="val 1231"/>
            </a:avLst>
          </a:prstGeom>
          <a:solidFill>
            <a:srgbClr val="161B22"/>
          </a:solidFill>
          <a:ln w="8659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00196" y="2497065"/>
            <a:ext cx="7818387" cy="46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document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800196" y="3130803"/>
            <a:ext cx="781838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tiny fix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800196" y="3603535"/>
            <a:ext cx="781838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small code change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800196" y="4076267"/>
            <a:ext cx="7818387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changes with no long-term value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2500" y="8754476"/>
            <a:ext cx="16382999" cy="923005"/>
          </a:xfrm>
          <a:prstGeom prst="roundRect">
            <a:avLst>
              <a:gd name="adj" fmla="val 8256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4514" y="9029835"/>
            <a:ext cx="16018971" cy="410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it will help us understand, maintain, explain, or learn from the project later — document it."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BRANCHING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Git branching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2069387"/>
            <a:ext cx="8314486" cy="6988157"/>
          </a:xfrm>
          <a:prstGeom prst="roundRect">
            <a:avLst>
              <a:gd name="adj" fmla="val 1090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2159" y="2382738"/>
            <a:ext cx="776122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342159" y="2823270"/>
            <a:ext cx="776122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342159" y="3263801"/>
            <a:ext cx="776122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feat/groups-events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42159" y="3704332"/>
            <a:ext cx="776122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feat/posts-privacy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342159" y="4144863"/>
            <a:ext cx="776122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feat/followers-requests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342159" y="4585394"/>
            <a:ext cx="776122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feat/chat-private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342159" y="5025926"/>
            <a:ext cx="776122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fix/auth-session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342159" y="5466457"/>
            <a:ext cx="7761223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pPr algn="l" indent="0" marL="0">
              <a:lnSpc>
                <a:spcPct val="164113"/>
              </a:lnSpc>
              <a:buNone/>
            </a:pPr>
            <a:r>
              <a:rPr lang="en-US" sz="1875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docs/git-workflow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800332" y="3326444"/>
            <a:ext cx="447702" cy="408601"/>
          </a:xfrm>
          <a:prstGeom prst="roundRect">
            <a:avLst>
              <a:gd name="adj" fmla="val 4662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1391" y="3392253"/>
            <a:ext cx="201784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400379" y="3379210"/>
            <a:ext cx="2854226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from latest </a:t>
            </a:r>
            <a:pPr algn="l"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76532" y="3887391"/>
            <a:ext cx="8212485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800332" y="4342804"/>
            <a:ext cx="447702" cy="408601"/>
          </a:xfrm>
          <a:prstGeom prst="roundRect">
            <a:avLst>
              <a:gd name="adj" fmla="val 4662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1391" y="4408613"/>
            <a:ext cx="201784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400379" y="4408559"/>
            <a:ext cx="1172522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on 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76532" y="4903751"/>
            <a:ext cx="8212485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800332" y="5359165"/>
            <a:ext cx="447702" cy="408601"/>
          </a:xfrm>
          <a:prstGeom prst="roundRect">
            <a:avLst>
              <a:gd name="adj" fmla="val 4662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1391" y="5424974"/>
            <a:ext cx="201784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400379" y="5424920"/>
            <a:ext cx="91072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76532" y="5920112"/>
            <a:ext cx="8212485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800332" y="6375526"/>
            <a:ext cx="447702" cy="408601"/>
          </a:xfrm>
          <a:prstGeom prst="roundRect">
            <a:avLst>
              <a:gd name="adj" fmla="val 4662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1391" y="6441335"/>
            <a:ext cx="201784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400379" y="6441281"/>
            <a:ext cx="613064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76532" y="6936473"/>
            <a:ext cx="8212485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800332" y="7391887"/>
            <a:ext cx="447702" cy="408601"/>
          </a:xfrm>
          <a:prstGeom prst="roundRect">
            <a:avLst>
              <a:gd name="adj" fmla="val 4662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1391" y="7457696"/>
            <a:ext cx="201784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400379" y="7444653"/>
            <a:ext cx="5054947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→ Review → Merge into </a:t>
            </a:r>
            <a:pPr algn="l"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3350" y="9400390"/>
            <a:ext cx="1802129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develop directly on main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BRANCHING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naming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2107541"/>
            <a:ext cx="16382999" cy="990384"/>
          </a:xfrm>
          <a:prstGeom prst="roundRect">
            <a:avLst>
              <a:gd name="adj" fmla="val 7694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4964" y="2325751"/>
            <a:ext cx="16438071" cy="592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algn="ctr" indent="0" marL="0">
              <a:buNone/>
            </a:pPr>
            <a:r>
              <a:rPr lang="en-US" sz="3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ctr" indent="0" marL="0">
              <a:buNone/>
            </a:pPr>
            <a:r>
              <a:rPr lang="en-US" sz="33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pPr algn="ctr" indent="0" marL="0">
              <a:buNone/>
            </a:pPr>
            <a:r>
              <a:rPr lang="en-US" sz="3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ctr" indent="0" marL="0">
              <a:buNone/>
            </a:pPr>
            <a:r>
              <a:rPr lang="en-US" sz="3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3478925"/>
            <a:ext cx="9949011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feat/groups-events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3915262"/>
            <a:ext cx="9949011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feat/posts-privacy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4351599"/>
            <a:ext cx="9949011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feat/followers-requests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4787936"/>
            <a:ext cx="9949011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feat/websocket-core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5224273"/>
            <a:ext cx="9949011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fix/auth-cookie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5660610"/>
            <a:ext cx="9949011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docs/database-schema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6096947"/>
            <a:ext cx="9949011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refactor/database-migrations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378055" y="3478925"/>
            <a:ext cx="1026779" cy="484909"/>
          </a:xfrm>
          <a:prstGeom prst="roundRect">
            <a:avLst>
              <a:gd name="adj" fmla="val 39286"/>
            </a:avLst>
          </a:prstGeom>
          <a:ln w="8659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77214" y="3582834"/>
            <a:ext cx="704661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538103" y="3478925"/>
            <a:ext cx="901087" cy="484909"/>
          </a:xfrm>
          <a:prstGeom prst="roundRect">
            <a:avLst>
              <a:gd name="adj" fmla="val 39286"/>
            </a:avLst>
          </a:prstGeom>
          <a:ln w="8659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37262" y="3582834"/>
            <a:ext cx="57896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fix/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572458" y="3478925"/>
            <a:ext cx="1529412" cy="484909"/>
          </a:xfrm>
          <a:prstGeom prst="roundRect">
            <a:avLst>
              <a:gd name="adj" fmla="val 39286"/>
            </a:avLst>
          </a:prstGeom>
          <a:ln w="8659">
            <a:solidFill>
              <a:srgbClr val="39C5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71617" y="3582834"/>
            <a:ext cx="1207294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refactor/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4235139" y="3478925"/>
            <a:ext cx="1026779" cy="484909"/>
          </a:xfrm>
          <a:prstGeom prst="roundRect">
            <a:avLst>
              <a:gd name="adj" fmla="val 39286"/>
            </a:avLst>
          </a:prstGeom>
          <a:ln w="8659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34298" y="3582834"/>
            <a:ext cx="704661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395187" y="3478925"/>
            <a:ext cx="1026779" cy="484909"/>
          </a:xfrm>
          <a:prstGeom prst="roundRect">
            <a:avLst>
              <a:gd name="adj" fmla="val 39286"/>
            </a:avLst>
          </a:prstGeom>
          <a:ln w="8659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94346" y="3582834"/>
            <a:ext cx="704661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test/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378055" y="4097103"/>
            <a:ext cx="1152336" cy="484909"/>
          </a:xfrm>
          <a:prstGeom prst="roundRect">
            <a:avLst>
              <a:gd name="adj" fmla="val 39286"/>
            </a:avLst>
          </a:prstGeom>
          <a:ln w="8659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77214" y="4201012"/>
            <a:ext cx="83021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chore/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663660" y="4097103"/>
            <a:ext cx="1152336" cy="484909"/>
          </a:xfrm>
          <a:prstGeom prst="roundRect">
            <a:avLst>
              <a:gd name="adj" fmla="val 39286"/>
            </a:avLst>
          </a:prstGeom>
          <a:ln w="8659">
            <a:solidFill>
              <a:srgbClr val="F78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62819" y="4201012"/>
            <a:ext cx="83021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2949264" y="4097103"/>
            <a:ext cx="775395" cy="484909"/>
          </a:xfrm>
          <a:prstGeom prst="roundRect">
            <a:avLst>
              <a:gd name="adj" fmla="val 39286"/>
            </a:avLst>
          </a:prstGeom>
          <a:ln w="8659">
            <a:solidFill>
              <a:srgbClr val="DB61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148423" y="4201012"/>
            <a:ext cx="453276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B61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52500" y="6781015"/>
            <a:ext cx="16382999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7094366"/>
            <a:ext cx="880110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2500" y="7504726"/>
            <a:ext cx="880110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my-branch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52500" y="7883966"/>
            <a:ext cx="880110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2500" y="8263208"/>
            <a:ext cx="880110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52500" y="8642449"/>
            <a:ext cx="880110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334499" y="7094366"/>
            <a:ext cx="880110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334499" y="7504726"/>
            <a:ext cx="880110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feat/groups-events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334499" y="7883966"/>
            <a:ext cx="880110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fix/auth-cookie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BRANCHING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branches small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52500" y="2107541"/>
            <a:ext cx="18021299" cy="427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branch = one clear task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2904178"/>
            <a:ext cx="20229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11867" y="2878200"/>
            <a:ext cx="1797695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feat/groups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3435765"/>
            <a:ext cx="7924827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3699732"/>
            <a:ext cx="20229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11867" y="3673755"/>
            <a:ext cx="2941588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feat/groups-create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500" y="4257296"/>
            <a:ext cx="20229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11867" y="4231319"/>
            <a:ext cx="3105001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feat/groups-members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" y="4814860"/>
            <a:ext cx="20229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11867" y="4788883"/>
            <a:ext cx="4085481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feat/groups-join-requests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2500" y="5372424"/>
            <a:ext cx="20229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11867" y="5346447"/>
            <a:ext cx="3758654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feat/groups-invitations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5929989"/>
            <a:ext cx="20229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11867" y="5904012"/>
            <a:ext cx="2941588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feat/groups-events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410673" y="3611923"/>
            <a:ext cx="7924827" cy="718705"/>
          </a:xfrm>
          <a:prstGeom prst="roundRect">
            <a:avLst>
              <a:gd name="adj" fmla="val 1060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67159" y="3811082"/>
            <a:ext cx="7611853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Branch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291800" y="4387778"/>
            <a:ext cx="8162572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410673" y="4765206"/>
            <a:ext cx="7924827" cy="718705"/>
          </a:xfrm>
          <a:prstGeom prst="roundRect">
            <a:avLst>
              <a:gd name="adj" fmla="val 1060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67159" y="4964365"/>
            <a:ext cx="7611853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Review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291800" y="5541060"/>
            <a:ext cx="8162572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410673" y="5918488"/>
            <a:ext cx="7924827" cy="718705"/>
          </a:xfrm>
          <a:prstGeom prst="roundRect">
            <a:avLst>
              <a:gd name="adj" fmla="val 1060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67159" y="6117647"/>
            <a:ext cx="7611853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Merge Conflicts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291800" y="6694343"/>
            <a:ext cx="8162572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410673" y="7071771"/>
            <a:ext cx="7924827" cy="718705"/>
          </a:xfrm>
          <a:prstGeom prst="roundRect">
            <a:avLst>
              <a:gd name="adj" fmla="val 10602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67159" y="7270930"/>
            <a:ext cx="7611853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Debugging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291800" y="7847626"/>
            <a:ext cx="8162572" cy="358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10673" y="8225054"/>
            <a:ext cx="7924827" cy="718705"/>
          </a:xfrm>
          <a:prstGeom prst="roundRect">
            <a:avLst>
              <a:gd name="adj" fmla="val 10602"/>
            </a:avLst>
          </a:prstGeom>
          <a:solidFill>
            <a:srgbClr val="161B22"/>
          </a:solidFill>
          <a:ln w="8659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67159" y="8424213"/>
            <a:ext cx="7611853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History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COMMITS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commits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3350" y="2107541"/>
            <a:ext cx="18021299" cy="540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algn="ctr" indent="0" marL="0">
              <a:buNone/>
            </a:pPr>
            <a:r>
              <a:rPr lang="en-US" sz="3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ctr" indent="0" marL="0">
              <a:buNone/>
            </a:pPr>
            <a:r>
              <a:rPr lang="en-US" sz="30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pPr algn="ctr" indent="0" marL="0">
              <a:buNone/>
            </a:pPr>
            <a:r>
              <a:rPr lang="en-US" sz="3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algn="ctr" indent="0" marL="0">
              <a:buNone/>
            </a:pPr>
            <a:r>
              <a:rPr lang="en-US" sz="3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description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52500" y="2990769"/>
            <a:ext cx="16382999" cy="1000937"/>
          </a:xfrm>
          <a:prstGeom prst="roundRect">
            <a:avLst>
              <a:gd name="adj" fmla="val 7613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2114" y="3266128"/>
            <a:ext cx="16323771" cy="488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pPr algn="ctr" indent="0" marL="0">
              <a:buNone/>
            </a:pPr>
            <a:r>
              <a:rPr lang="en-US" sz="2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ctr" indent="0" marL="0">
              <a:buNone/>
            </a:pPr>
            <a:r>
              <a:rPr lang="en-US" sz="27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</a:t>
            </a:r>
            <a:pPr algn="ctr" indent="0" marL="0">
              <a:buNone/>
            </a:pPr>
            <a:r>
              <a:rPr lang="en-US" sz="2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algn="ctr" indent="0" marL="0">
              <a:buNone/>
            </a:pPr>
            <a:r>
              <a:rPr lang="en-US" sz="27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group creation endpoint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92152" y="4372705"/>
            <a:ext cx="5727650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2152" y="4797001"/>
            <a:ext cx="572765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TYPE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80100" y="4372705"/>
            <a:ext cx="5727799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(groups)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280100" y="4797001"/>
            <a:ext cx="572779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SCOPE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68197" y="4372705"/>
            <a:ext cx="5727650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group creation endpoint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868197" y="4797001"/>
            <a:ext cx="572765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DESCRIPTION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5455092"/>
            <a:ext cx="16382999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0689" y="5768443"/>
            <a:ext cx="984701" cy="510886"/>
          </a:xfrm>
          <a:prstGeom prst="roundRect">
            <a:avLst>
              <a:gd name="adj" fmla="val 37288"/>
            </a:avLst>
          </a:prstGeom>
          <a:ln w="8659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8898" y="5872352"/>
            <a:ext cx="624483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97736" y="5768443"/>
            <a:ext cx="847644" cy="510886"/>
          </a:xfrm>
          <a:prstGeom prst="roundRect">
            <a:avLst>
              <a:gd name="adj" fmla="val 37288"/>
            </a:avLst>
          </a:prstGeom>
          <a:ln w="8659">
            <a:solidFill>
              <a:srgbClr val="D2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5945" y="5872352"/>
            <a:ext cx="487426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397725" y="5768443"/>
            <a:ext cx="984701" cy="510886"/>
          </a:xfrm>
          <a:prstGeom prst="roundRect">
            <a:avLst>
              <a:gd name="adj" fmla="val 37288"/>
            </a:avLst>
          </a:prstGeom>
          <a:ln w="8659">
            <a:solidFill>
              <a:srgbClr val="BC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5934" y="5872352"/>
            <a:ext cx="624483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4772" y="5768443"/>
            <a:ext cx="1533200" cy="510886"/>
          </a:xfrm>
          <a:prstGeom prst="roundRect">
            <a:avLst>
              <a:gd name="adj" fmla="val 37288"/>
            </a:avLst>
          </a:prstGeom>
          <a:ln w="8659">
            <a:solidFill>
              <a:srgbClr val="39C5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2981" y="5872352"/>
            <a:ext cx="1172982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0318" y="5768443"/>
            <a:ext cx="1121758" cy="510886"/>
          </a:xfrm>
          <a:prstGeom prst="roundRect">
            <a:avLst>
              <a:gd name="adj" fmla="val 37288"/>
            </a:avLst>
          </a:prstGeom>
          <a:ln w="8659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8527" y="5872352"/>
            <a:ext cx="76154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94422" y="5768443"/>
            <a:ext cx="984701" cy="510886"/>
          </a:xfrm>
          <a:prstGeom prst="roundRect">
            <a:avLst>
              <a:gd name="adj" fmla="val 37288"/>
            </a:avLst>
          </a:prstGeom>
          <a:ln w="8659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2631" y="5872352"/>
            <a:ext cx="624483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631469" y="5768443"/>
            <a:ext cx="1121758" cy="510886"/>
          </a:xfrm>
          <a:prstGeom prst="roundRect">
            <a:avLst>
              <a:gd name="adj" fmla="val 37288"/>
            </a:avLst>
          </a:prstGeom>
          <a:ln w="8659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49678" y="5872352"/>
            <a:ext cx="76154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905573" y="5768443"/>
            <a:ext cx="984701" cy="510886"/>
          </a:xfrm>
          <a:prstGeom prst="roundRect">
            <a:avLst>
              <a:gd name="adj" fmla="val 37288"/>
            </a:avLst>
          </a:prstGeom>
          <a:ln w="8659">
            <a:solidFill>
              <a:srgbClr val="F78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123782" y="5872352"/>
            <a:ext cx="624483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3042620" y="5768443"/>
            <a:ext cx="1121758" cy="510886"/>
          </a:xfrm>
          <a:prstGeom prst="roundRect">
            <a:avLst>
              <a:gd name="adj" fmla="val 37288"/>
            </a:avLst>
          </a:prstGeom>
          <a:ln w="8659">
            <a:solidFill>
              <a:srgbClr val="F78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60829" y="5872352"/>
            <a:ext cx="76154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4316724" y="5768443"/>
            <a:ext cx="710451" cy="510886"/>
          </a:xfrm>
          <a:prstGeom prst="roundRect">
            <a:avLst>
              <a:gd name="adj" fmla="val 37288"/>
            </a:avLst>
          </a:prstGeom>
          <a:ln w="8659">
            <a:solidFill>
              <a:srgbClr val="DB61A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534933" y="5872352"/>
            <a:ext cx="350233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B61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COMMITS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correct commit type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2069387"/>
            <a:ext cx="5257827" cy="2029474"/>
          </a:xfrm>
          <a:prstGeom prst="roundRect">
            <a:avLst>
              <a:gd name="adj" fmla="val 3755"/>
            </a:avLst>
          </a:prstGeom>
          <a:solidFill>
            <a:srgbClr val="161B22"/>
          </a:solidFill>
          <a:ln w="8659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5851" y="2344719"/>
            <a:ext cx="50942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65851" y="2858988"/>
            <a:ext cx="509423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functionality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5851" y="3269348"/>
            <a:ext cx="509423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feat(chat): add private messaging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15019" y="2069387"/>
            <a:ext cx="5257962" cy="2029474"/>
          </a:xfrm>
          <a:prstGeom prst="roundRect">
            <a:avLst>
              <a:gd name="adj" fmla="val 3755"/>
            </a:avLst>
          </a:prstGeom>
          <a:solidFill>
            <a:srgbClr val="161B22"/>
          </a:solidFill>
          <a:ln w="8659">
            <a:solidFill>
              <a:srgbClr val="D299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8369" y="2344719"/>
            <a:ext cx="50943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828369" y="2858988"/>
            <a:ext cx="5094387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correcting broken behavior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28369" y="3269348"/>
            <a:ext cx="4770198" cy="59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fix(auth): fix session cookie expiration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2077672" y="2069387"/>
            <a:ext cx="5257827" cy="2029474"/>
          </a:xfrm>
          <a:prstGeom prst="roundRect">
            <a:avLst>
              <a:gd name="adj" fmla="val 3755"/>
            </a:avLst>
          </a:prstGeom>
          <a:solidFill>
            <a:srgbClr val="161B22"/>
          </a:solidFill>
          <a:ln w="8659">
            <a:solidFill>
              <a:srgbClr val="39C5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91024" y="2344719"/>
            <a:ext cx="509423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91024" y="2858988"/>
            <a:ext cx="5094238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restructure, same behavior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91024" y="3269348"/>
            <a:ext cx="4770059" cy="59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refactor(database): simplify migration setup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2500" y="4441708"/>
            <a:ext cx="16382999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755058"/>
            <a:ext cx="871730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5191395"/>
            <a:ext cx="871730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5589713"/>
            <a:ext cx="871730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2500" y="5988032"/>
            <a:ext cx="871730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2500" y="6386350"/>
            <a:ext cx="871730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500" y="6784668"/>
            <a:ext cx="871730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10673" y="4755058"/>
            <a:ext cx="871730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0673" y="5191395"/>
            <a:ext cx="871730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feat(groups): add group member list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10673" y="5589713"/>
            <a:ext cx="871730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fix(auth): prevent invalid session access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10673" y="5988032"/>
            <a:ext cx="871730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refactor(posts): separate handler and service logic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WORKFLOW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Git workflow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59342" y="1993214"/>
            <a:ext cx="2569179" cy="529828"/>
          </a:xfrm>
          <a:prstGeom prst="roundRect">
            <a:avLst>
              <a:gd name="adj" fmla="val 1078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15651" y="2106648"/>
            <a:ext cx="2133636" cy="34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64444" y="2541984"/>
            <a:ext cx="23517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39246" y="2786063"/>
            <a:ext cx="1609508" cy="529828"/>
          </a:xfrm>
          <a:prstGeom prst="roundRect">
            <a:avLst>
              <a:gd name="adj" fmla="val 1078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555" y="2899497"/>
            <a:ext cx="1173090" cy="34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64444" y="3334832"/>
            <a:ext cx="23517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93883" y="3578910"/>
            <a:ext cx="4900098" cy="529828"/>
          </a:xfrm>
          <a:prstGeom prst="roundRect">
            <a:avLst>
              <a:gd name="adj" fmla="val 10787"/>
            </a:avLst>
          </a:prstGeom>
          <a:solidFill>
            <a:srgbClr val="010409"/>
          </a:solidFill>
          <a:ln w="8659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50192" y="3692344"/>
            <a:ext cx="4534483" cy="34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feat/groups-events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064444" y="4127680"/>
            <a:ext cx="23517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35439" y="4428908"/>
            <a:ext cx="693187" cy="315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064444" y="4781983"/>
            <a:ext cx="23517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70649" y="5026061"/>
            <a:ext cx="1746566" cy="529828"/>
          </a:xfrm>
          <a:prstGeom prst="roundRect">
            <a:avLst>
              <a:gd name="adj" fmla="val 1078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6958" y="5139495"/>
            <a:ext cx="1310147" cy="34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64444" y="5574831"/>
            <a:ext cx="23517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97019" y="5818909"/>
            <a:ext cx="7093960" cy="529828"/>
          </a:xfrm>
          <a:prstGeom prst="roundRect">
            <a:avLst>
              <a:gd name="adj" fmla="val 10787"/>
            </a:avLst>
          </a:prstGeom>
          <a:solidFill>
            <a:srgbClr val="010409"/>
          </a:solidFill>
          <a:ln w="8659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3329" y="5932343"/>
            <a:ext cx="6794161" cy="34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"feat(groups): add event creation"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64444" y="6367679"/>
            <a:ext cx="23517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1172" y="6611757"/>
            <a:ext cx="5585654" cy="529828"/>
          </a:xfrm>
          <a:prstGeom prst="roundRect">
            <a:avLst>
              <a:gd name="adj" fmla="val 1078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7481" y="6725191"/>
            <a:ext cx="5240606" cy="34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feat/groups-events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64444" y="7160527"/>
            <a:ext cx="23517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64996" y="7404605"/>
            <a:ext cx="2157873" cy="529828"/>
          </a:xfrm>
          <a:prstGeom prst="roundRect">
            <a:avLst>
              <a:gd name="adj" fmla="val 10787"/>
            </a:avLst>
          </a:prstGeom>
          <a:solidFill>
            <a:srgbClr val="010409"/>
          </a:solidFill>
          <a:ln w="8659">
            <a:solidFill>
              <a:srgbClr val="39C5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305" y="7518039"/>
            <a:ext cx="1721454" cy="34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64444" y="7953375"/>
            <a:ext cx="23517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133592" y="8197453"/>
            <a:ext cx="2020815" cy="529828"/>
          </a:xfrm>
          <a:prstGeom prst="roundRect">
            <a:avLst>
              <a:gd name="adj" fmla="val 10787"/>
            </a:avLst>
          </a:prstGeom>
          <a:solidFill>
            <a:srgbClr val="010409"/>
          </a:solidFill>
          <a:ln w="8659">
            <a:solidFill>
              <a:srgbClr val="39C5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9901" y="8310887"/>
            <a:ext cx="1584397" cy="34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Review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064444" y="8746223"/>
            <a:ext cx="235175" cy="263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551393" y="8990301"/>
            <a:ext cx="1185213" cy="521169"/>
          </a:xfrm>
          <a:prstGeom prst="roundRect">
            <a:avLst>
              <a:gd name="adj" fmla="val 10966"/>
            </a:avLst>
          </a:prstGeom>
          <a:solidFill>
            <a:srgbClr val="010409"/>
          </a:solidFill>
          <a:ln w="8659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45802" y="9103735"/>
            <a:ext cx="672595" cy="332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33350" y="9778143"/>
            <a:ext cx="1802129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 → Pull Request → main. </a:t>
            </a:r>
            <a:pPr algn="ctr" indent="0" marL="0">
              <a:buNone/>
            </a:pPr>
            <a:r>
              <a:rPr lang="en-US" sz="18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push to main.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DATABASE MIGRATIONS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migration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52500" y="4672662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96308" y="4672662"/>
            <a:ext cx="4744194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schema for every developer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5202490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96308" y="5202490"/>
            <a:ext cx="3138636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schema evolution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5732318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6308" y="5732318"/>
            <a:ext cx="2335262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support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6262146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6308" y="6262146"/>
            <a:ext cx="5195292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Version-controlled database changes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" y="6791974"/>
            <a:ext cx="167662" cy="23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96308" y="6791974"/>
            <a:ext cx="5544591" cy="35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across Docker &amp; deployment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206341" y="2107541"/>
            <a:ext cx="2371373" cy="586924"/>
          </a:xfrm>
          <a:prstGeom prst="roundRect">
            <a:avLst>
              <a:gd name="adj" fmla="val 973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62650" y="2249551"/>
            <a:ext cx="1858755" cy="34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 CLI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04693" y="2694465"/>
            <a:ext cx="25100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1520785" y="2945579"/>
            <a:ext cx="3742486" cy="586924"/>
          </a:xfrm>
          <a:prstGeom prst="roundRect">
            <a:avLst>
              <a:gd name="adj" fmla="val 973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59057" y="3087588"/>
            <a:ext cx="3265942" cy="34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Migration Runner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04693" y="3532503"/>
            <a:ext cx="25100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1178075" y="3783617"/>
            <a:ext cx="4428043" cy="586924"/>
          </a:xfrm>
          <a:prstGeom prst="roundRect">
            <a:avLst>
              <a:gd name="adj" fmla="val 973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06063" y="3925626"/>
            <a:ext cx="3972066" cy="34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Embedded SQL Migration Files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304693" y="4370541"/>
            <a:ext cx="25100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2069284" y="4621654"/>
            <a:ext cx="2645487" cy="586924"/>
          </a:xfrm>
          <a:prstGeom prst="roundRect">
            <a:avLst>
              <a:gd name="adj" fmla="val 973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24011" y="4763663"/>
            <a:ext cx="2136034" cy="34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Database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304693" y="5208578"/>
            <a:ext cx="25100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1932226" y="5459692"/>
            <a:ext cx="2919737" cy="586924"/>
          </a:xfrm>
          <a:prstGeom prst="roundRect">
            <a:avLst>
              <a:gd name="adj" fmla="val 9737"/>
            </a:avLst>
          </a:prstGeom>
          <a:solidFill>
            <a:srgbClr val="010409"/>
          </a:solidFill>
          <a:ln w="8659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82839" y="5601701"/>
            <a:ext cx="2418511" cy="34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schema_migrations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DATABASE MIGRATIONS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workflow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2050310"/>
            <a:ext cx="8039154" cy="1882270"/>
          </a:xfrm>
          <a:prstGeom prst="roundRect">
            <a:avLst>
              <a:gd name="adj" fmla="val 4048"/>
            </a:avLst>
          </a:prstGeom>
          <a:solidFill>
            <a:srgbClr val="161B22"/>
          </a:solidFill>
          <a:ln w="8659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6909" y="2268411"/>
            <a:ext cx="819537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FOR TEAM COLLABORATION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46909" y="2640752"/>
            <a:ext cx="819537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000004_posts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6909" y="3039070"/>
            <a:ext cx="819537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000004_chat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6909" y="3437388"/>
            <a:ext cx="819537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collision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296345" y="2050310"/>
            <a:ext cx="8039154" cy="1882270"/>
          </a:xfrm>
          <a:prstGeom prst="roundRect">
            <a:avLst>
              <a:gd name="adj" fmla="val 4048"/>
            </a:avLst>
          </a:prstGeom>
          <a:solidFill>
            <a:srgbClr val="161B22"/>
          </a:solidFill>
          <a:ln w="8659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90755" y="2268411"/>
            <a:ext cx="819537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SYSTEM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590755" y="2640752"/>
            <a:ext cx="819537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20260828012000_posts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90755" y="3039070"/>
            <a:ext cx="8195370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20260828012015_chat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90755" y="3437388"/>
            <a:ext cx="819537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collision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52500" y="4256349"/>
            <a:ext cx="16382999" cy="2289247"/>
          </a:xfrm>
          <a:prstGeom prst="roundRect">
            <a:avLst>
              <a:gd name="adj" fmla="val 3329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6909" y="4474450"/>
            <a:ext cx="1737359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./cmd/migrate create create_your_feature_table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246909" y="4864109"/>
            <a:ext cx="1737359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./cmd/migrate up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246909" y="5253768"/>
            <a:ext cx="1737359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./cmd/migrate version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246909" y="5643427"/>
            <a:ext cx="1737359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./cmd/migrate down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246909" y="6033086"/>
            <a:ext cx="17373599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./cmd/migrate down-all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2603815" y="6869365"/>
            <a:ext cx="1041932" cy="438096"/>
          </a:xfrm>
          <a:prstGeom prst="roundRect">
            <a:avLst>
              <a:gd name="adj" fmla="val 34787"/>
            </a:avLst>
          </a:prstGeom>
          <a:ln w="8659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4875" y="6954224"/>
            <a:ext cx="796014" cy="30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3740998" y="6993163"/>
            <a:ext cx="2285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88594" y="6869365"/>
            <a:ext cx="1881864" cy="438096"/>
          </a:xfrm>
          <a:prstGeom prst="roundRect">
            <a:avLst>
              <a:gd name="adj" fmla="val 34787"/>
            </a:avLst>
          </a:prstGeom>
          <a:ln w="8659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9653" y="6954224"/>
            <a:ext cx="1635946" cy="30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.up.sql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965707" y="6993163"/>
            <a:ext cx="2285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3303" y="6869365"/>
            <a:ext cx="2121748" cy="438096"/>
          </a:xfrm>
          <a:prstGeom prst="roundRect">
            <a:avLst>
              <a:gd name="adj" fmla="val 34787"/>
            </a:avLst>
          </a:prstGeom>
          <a:ln w="8659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4362" y="6954224"/>
            <a:ext cx="1875830" cy="30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.down.sql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8430301" y="6993163"/>
            <a:ext cx="2285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77897" y="6869365"/>
            <a:ext cx="562029" cy="438096"/>
          </a:xfrm>
          <a:prstGeom prst="roundRect">
            <a:avLst>
              <a:gd name="adj" fmla="val 34787"/>
            </a:avLst>
          </a:prstGeom>
          <a:ln w="8659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38956" y="6954224"/>
            <a:ext cx="316111" cy="30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9335176" y="6993163"/>
            <a:ext cx="2285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82772" y="6869365"/>
            <a:ext cx="802048" cy="438096"/>
          </a:xfrm>
          <a:prstGeom prst="roundRect">
            <a:avLst>
              <a:gd name="adj" fmla="val 34787"/>
            </a:avLst>
          </a:prstGeom>
          <a:ln w="8659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43831" y="6954224"/>
            <a:ext cx="556130" cy="30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0480071" y="6993163"/>
            <a:ext cx="2285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727666" y="6869365"/>
            <a:ext cx="802048" cy="438096"/>
          </a:xfrm>
          <a:prstGeom prst="roundRect">
            <a:avLst>
              <a:gd name="adj" fmla="val 34787"/>
            </a:avLst>
          </a:prstGeom>
          <a:ln w="8659">
            <a:solidFill>
              <a:srgbClr val="F851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88725" y="6954224"/>
            <a:ext cx="556130" cy="30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11624965" y="6993163"/>
            <a:ext cx="2285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1872560" y="6869365"/>
            <a:ext cx="802048" cy="438096"/>
          </a:xfrm>
          <a:prstGeom prst="roundRect">
            <a:avLst>
              <a:gd name="adj" fmla="val 34787"/>
            </a:avLst>
          </a:prstGeom>
          <a:ln w="8659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033619" y="6954224"/>
            <a:ext cx="556130" cy="30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575" dirty="0"/>
          </a:p>
        </p:txBody>
      </p:sp>
      <p:sp>
        <p:nvSpPr>
          <p:cNvPr id="40" name="Text 38"/>
          <p:cNvSpPr/>
          <p:nvPr/>
        </p:nvSpPr>
        <p:spPr>
          <a:xfrm>
            <a:off x="12769859" y="6993163"/>
            <a:ext cx="2285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3017454" y="6869365"/>
            <a:ext cx="1281951" cy="438096"/>
          </a:xfrm>
          <a:prstGeom prst="roundRect">
            <a:avLst>
              <a:gd name="adj" fmla="val 34787"/>
            </a:avLst>
          </a:prstGeom>
          <a:ln w="8659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178513" y="6954224"/>
            <a:ext cx="1036033" cy="30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again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4394656" y="6993163"/>
            <a:ext cx="2285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42252" y="6869365"/>
            <a:ext cx="1041932" cy="438096"/>
          </a:xfrm>
          <a:prstGeom prst="roundRect">
            <a:avLst>
              <a:gd name="adj" fmla="val 34787"/>
            </a:avLst>
          </a:prstGeom>
          <a:ln w="8659">
            <a:solidFill>
              <a:srgbClr val="D299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803311" y="6954224"/>
            <a:ext cx="796014" cy="30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5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DATABASE SCHEMA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52500" y="1859810"/>
            <a:ext cx="1802129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relational structure of the Social Network database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365420"/>
            <a:ext cx="16382999" cy="6806451"/>
          </a:xfrm>
          <a:prstGeom prst="roundRect">
            <a:avLst>
              <a:gd name="adj" fmla="val 1120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5789955" y="2526425"/>
            <a:ext cx="6707954" cy="64843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350" y="9400390"/>
            <a:ext cx="1802129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schema maintained in </a:t>
            </a:r>
            <a:pPr algn="ctr"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schema.dbml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DATABASE SCHEMA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as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52500" y="3834353"/>
            <a:ext cx="812327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 isn't only an image — it's maintained as text in </a:t>
            </a:r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schema.dbml</a:t>
            </a:r>
            <a:pPr algn="l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4691603"/>
            <a:ext cx="167662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96308" y="4691603"/>
            <a:ext cx="4371975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DBML = Database Markup Language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5197213"/>
            <a:ext cx="167662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6308" y="5197213"/>
            <a:ext cx="755258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 tables, fields, types, constraints, relationships as text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5702823"/>
            <a:ext cx="167662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96308" y="5702823"/>
            <a:ext cx="5145732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and reviewed in Git — readable diffs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6208433"/>
            <a:ext cx="167662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96308" y="6208433"/>
            <a:ext cx="4682281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source generates the ER diagram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" y="6714043"/>
            <a:ext cx="167662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96308" y="6714043"/>
            <a:ext cx="6819900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the team review the design before writing migrations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3534" y="2069387"/>
            <a:ext cx="2097123" cy="586924"/>
          </a:xfrm>
          <a:prstGeom prst="roundRect">
            <a:avLst>
              <a:gd name="adj" fmla="val 9737"/>
            </a:avLst>
          </a:prstGeom>
          <a:solidFill>
            <a:srgbClr val="161B22"/>
          </a:solidFill>
          <a:ln w="8659">
            <a:solidFill>
              <a:srgbClr val="39C5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99843" y="2211396"/>
            <a:ext cx="1584505" cy="34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schema.dbml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04693" y="2656311"/>
            <a:ext cx="25100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589381" y="2907425"/>
            <a:ext cx="3605294" cy="586924"/>
          </a:xfrm>
          <a:prstGeom prst="roundRect">
            <a:avLst>
              <a:gd name="adj" fmla="val 973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29711" y="3049434"/>
            <a:ext cx="3124634" cy="34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DBML Schema Definition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304693" y="3494349"/>
            <a:ext cx="25100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2412130" y="3745463"/>
            <a:ext cx="1959931" cy="586924"/>
          </a:xfrm>
          <a:prstGeom prst="roundRect">
            <a:avLst>
              <a:gd name="adj" fmla="val 973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68439" y="3887472"/>
            <a:ext cx="1447313" cy="34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 Diagram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304693" y="4332386"/>
            <a:ext cx="251005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1932226" y="4583500"/>
            <a:ext cx="2919737" cy="586924"/>
          </a:xfrm>
          <a:prstGeom prst="roundRect">
            <a:avLst>
              <a:gd name="adj" fmla="val 9737"/>
            </a:avLst>
          </a:prstGeom>
          <a:solidFill>
            <a:srgbClr val="161B22"/>
          </a:solidFill>
          <a:ln w="8659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82839" y="4725509"/>
            <a:ext cx="2418511" cy="34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Migrations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500" y="9099081"/>
            <a:ext cx="16382999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706755" y="9374440"/>
            <a:ext cx="16874489" cy="341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schema.dbml </a:t>
            </a:r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design &amp; documentation — SQL migrations are what actually create and evolve the real SQLite database.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DATABASE SCHEMA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the DBML schema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2069387"/>
            <a:ext cx="7962845" cy="6409756"/>
          </a:xfrm>
          <a:prstGeom prst="roundRect">
            <a:avLst>
              <a:gd name="adj" fmla="val 1189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4928" y="2363796"/>
            <a:ext cx="8027789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84928" y="2883342"/>
            <a:ext cx="802778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vscode-dbml </a:t>
            </a:r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syntax highlighting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84928" y="3255683"/>
            <a:ext cx="8027789" cy="315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DBML Live Preview </a:t>
            </a:r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live ER diagram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820283" y="3799447"/>
            <a:ext cx="2227145" cy="439719"/>
          </a:xfrm>
          <a:prstGeom prst="roundRect">
            <a:avLst>
              <a:gd name="adj" fmla="val 1299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19442" y="3893831"/>
            <a:ext cx="1905027" cy="289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schema.dbml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62350" y="4239166"/>
            <a:ext cx="219210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63187" y="4446984"/>
            <a:ext cx="2341472" cy="439719"/>
          </a:xfrm>
          <a:prstGeom prst="roundRect">
            <a:avLst>
              <a:gd name="adj" fmla="val 1299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2346" y="4541368"/>
            <a:ext cx="2019354" cy="289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DBML Preview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2350" y="4886703"/>
            <a:ext cx="219210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06033" y="5094522"/>
            <a:ext cx="1655645" cy="439719"/>
          </a:xfrm>
          <a:prstGeom prst="roundRect">
            <a:avLst>
              <a:gd name="adj" fmla="val 12997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5192" y="5188906"/>
            <a:ext cx="1333527" cy="289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Schema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62350" y="5534241"/>
            <a:ext cx="219210" cy="245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877378" y="5742059"/>
            <a:ext cx="2112953" cy="439719"/>
          </a:xfrm>
          <a:prstGeom prst="roundRect">
            <a:avLst>
              <a:gd name="adj" fmla="val 12997"/>
            </a:avLst>
          </a:prstGeom>
          <a:solidFill>
            <a:srgbClr val="010409"/>
          </a:solidFill>
          <a:ln w="8659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6538" y="5836443"/>
            <a:ext cx="1790835" cy="289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 Updates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372519" y="2069387"/>
            <a:ext cx="7962981" cy="6409756"/>
          </a:xfrm>
          <a:prstGeom prst="roundRect">
            <a:avLst>
              <a:gd name="adj" fmla="val 1189"/>
            </a:avLst>
          </a:prstGeom>
          <a:solidFill>
            <a:srgbClr val="161B22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04947" y="2363796"/>
            <a:ext cx="8027937" cy="367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dbdiagram.io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704947" y="2883342"/>
            <a:ext cx="751706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</a:t>
            </a:r>
            <a:pPr algn="l"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schema.dbml </a:t>
            </a:r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 in to get an interactive ER diagram in the browser.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704947" y="3678219"/>
            <a:ext cx="8027937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installation required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704947" y="4043525"/>
            <a:ext cx="8027937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browser visualization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704947" y="4408830"/>
            <a:ext cx="8027937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reviewing and discussing the schema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52500" y="8821990"/>
            <a:ext cx="16382999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9097322"/>
            <a:ext cx="8201731" cy="618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</a:t>
            </a:r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best during development, schema stays inside the project, easy to edit alongside the code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72519" y="9097322"/>
            <a:ext cx="8201870" cy="618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dbdiagram.io </a:t>
            </a:r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install, interactive visualization, good for reviewing and discussing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DB61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responsibilities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2031233"/>
            <a:ext cx="3895644" cy="6763156"/>
          </a:xfrm>
          <a:prstGeom prst="roundRect">
            <a:avLst>
              <a:gd name="adj" fmla="val 1956"/>
            </a:avLst>
          </a:prstGeom>
          <a:solidFill>
            <a:srgbClr val="161B22"/>
          </a:solidFill>
          <a:ln w="8659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8755" y="2306565"/>
            <a:ext cx="3721447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1 · LEADER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8755" y="2710025"/>
            <a:ext cx="37214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+ Events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08755" y="3148121"/>
            <a:ext cx="3721447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08755" y="3475407"/>
            <a:ext cx="3721447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08755" y="3802694"/>
            <a:ext cx="3721447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Requests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08755" y="4129980"/>
            <a:ext cx="3721447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08755" y="4457267"/>
            <a:ext cx="3721447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114817" y="2031233"/>
            <a:ext cx="3895779" cy="6763156"/>
          </a:xfrm>
          <a:prstGeom prst="roundRect">
            <a:avLst>
              <a:gd name="adj" fmla="val 1956"/>
            </a:avLst>
          </a:prstGeom>
          <a:solidFill>
            <a:srgbClr val="161B22"/>
          </a:solidFill>
          <a:ln w="8659">
            <a:solidFill>
              <a:srgbClr val="D299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1072" y="2306565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71072" y="2710025"/>
            <a:ext cx="37215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+ Comments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371072" y="3148121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71072" y="3475407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Privacy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71072" y="3802694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71072" y="4129980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71072" y="4457267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Posts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371072" y="4784554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Comments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277269" y="2031233"/>
            <a:ext cx="3895779" cy="6763156"/>
          </a:xfrm>
          <a:prstGeom prst="roundRect">
            <a:avLst>
              <a:gd name="adj" fmla="val 1956"/>
            </a:avLst>
          </a:prstGeom>
          <a:solidFill>
            <a:srgbClr val="161B22"/>
          </a:solidFill>
          <a:ln w="8659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3523" y="2306565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33523" y="2710025"/>
            <a:ext cx="37215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 + Followers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533523" y="3148121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533523" y="3475407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Privacy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533523" y="3802694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533523" y="4129980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Requests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3439720" y="2031233"/>
            <a:ext cx="3895779" cy="6763156"/>
          </a:xfrm>
          <a:prstGeom prst="roundRect">
            <a:avLst>
              <a:gd name="adj" fmla="val 1956"/>
            </a:avLst>
          </a:prstGeom>
          <a:solidFill>
            <a:srgbClr val="161B22"/>
          </a:solidFill>
          <a:ln w="8659">
            <a:solidFill>
              <a:srgbClr val="39C5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695976" y="2306565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695976" y="2710025"/>
            <a:ext cx="37215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Systems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3695976" y="3148121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Core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3695976" y="3475407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Chat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3695976" y="3802694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Chat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3695976" y="4129980"/>
            <a:ext cx="3721596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52500" y="9099081"/>
            <a:ext cx="16382999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6" name="Text 34"/>
          <p:cNvSpPr/>
          <p:nvPr/>
        </p:nvSpPr>
        <p:spPr>
          <a:xfrm>
            <a:off x="3528850" y="9374413"/>
            <a:ext cx="1357461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915252" y="9374413"/>
            <a:ext cx="213392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204790" y="9374413"/>
            <a:ext cx="1036006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16942" y="9374413"/>
            <a:ext cx="213392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606480" y="9374413"/>
            <a:ext cx="487642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170268" y="9374413"/>
            <a:ext cx="213392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459806" y="9374413"/>
            <a:ext cx="11731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709151" y="9374413"/>
            <a:ext cx="213392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998689" y="9374413"/>
            <a:ext cx="1036006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301341" y="9400390"/>
            <a:ext cx="4903589" cy="28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each person owns the complete feature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299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DB61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98337"/>
            <a:ext cx="18021299" cy="56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our features connect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500" y="2069387"/>
            <a:ext cx="5156218" cy="6712825"/>
          </a:xfrm>
          <a:prstGeom prst="roundRect">
            <a:avLst>
              <a:gd name="adj" fmla="val 1478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4928" y="2363796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 </a:t>
            </a:r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Person 1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284928" y="2715301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284928" y="3066806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IsGroupMember()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284928" y="3418311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284928" y="3769816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Posts </a:t>
            </a:r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Person 2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284928" y="4121321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Chat </a:t>
            </a:r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Person 4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6565891" y="2069387"/>
            <a:ext cx="5156218" cy="6712825"/>
          </a:xfrm>
          <a:prstGeom prst="roundRect">
            <a:avLst>
              <a:gd name="adj" fmla="val 1478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8318" y="2363796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 &amp; Followers </a:t>
            </a:r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Person 3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6898318" y="2715301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6898318" y="3066806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follower checks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6898318" y="3418311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6898318" y="3769816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Privacy </a:t>
            </a:r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Person 2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6898318" y="4121321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Chat </a:t>
            </a:r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Person 4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2179281" y="2069387"/>
            <a:ext cx="5156218" cy="6712825"/>
          </a:xfrm>
          <a:prstGeom prst="roundRect">
            <a:avLst>
              <a:gd name="adj" fmla="val 1478"/>
            </a:avLst>
          </a:prstGeom>
          <a:solidFill>
            <a:srgbClr val="010409"/>
          </a:solidFill>
          <a:ln w="8659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11710" y="2363796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2511710" y="2715301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Followers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2511710" y="3066806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2511710" y="3418311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12511710" y="3769816"/>
            <a:ext cx="4940498" cy="332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9C5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 Service </a:t>
            </a:r>
            <a:pPr algn="l" indent="0" marL="0"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Person 4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952500" y="9125058"/>
            <a:ext cx="16382999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9400417"/>
            <a:ext cx="16874489" cy="315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feature owns its own business logic. Shared features expose reusable services/interfaces instead of duplicating logic.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9750" y="3727333"/>
            <a:ext cx="146685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18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 is not only to finish the project.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76475" y="4595812"/>
            <a:ext cx="13735050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180"/>
              </a:lnSpc>
              <a:buNone/>
            </a:pPr>
            <a:r>
              <a:rPr lang="en-US" sz="3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 is to build it in a way that we understand, can maintain, and can explain.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725384" y="6409080"/>
            <a:ext cx="2564011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clearly.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25249" y="6409080"/>
            <a:ext cx="213392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8208" y="6409080"/>
            <a:ext cx="2262336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clearly.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00111" y="6409080"/>
            <a:ext cx="213392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63070" y="6409080"/>
            <a:ext cx="2262336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clearly.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74973" y="6409080"/>
            <a:ext cx="213392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10507" y="6409080"/>
            <a:ext cx="2865685" cy="34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before main.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2026-08-29T01:04:12Z</dcterms:created>
  <dcterms:modified xsi:type="dcterms:W3CDTF">2026-08-29T01:04:12Z</dcterms:modified>
</cp:coreProperties>
</file>